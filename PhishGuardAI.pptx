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21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paste a URL, get Safe, Suspicious or Malicious, and see exactly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Phishing works because fake URLs look almost identical to real ones. We give a fast verdict and show the evidence, so users also learn what to look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reads URL text but does not know which sites are famous, so the rules add reputation and the explanations. Final score = model score + 0.15 per strong flag + 0.05 per weak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flag is shown to the user as the explanation. Strong flags are classic phishing signs; weak flags only matter in combination. Trusted domains such as github.com skip the keyword and look-alike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outputs from our code. The 22-URL set is hand-written, so call it a sanity check; a larger test on the real dataset is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 items are in the repository today. Applications: a browser link checker, email and chat link scanning, security awareness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Motif small"/>
          <p:cNvSpPr/>
          <p:nvPr/>
        </p:nvSpPr>
        <p:spPr>
          <a:xfrm>
            <a:off x="7223760" y="14630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"/>
          <p:cNvSpPr txBox="1"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AI-based malicious URL detection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1828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PhishGuardAI</a:t>
            </a:r>
            <a:endParaRPr lang="en-US" sz="4800" dirty="0"/>
          </a:p>
        </p:txBody>
      </p:sp>
      <p:sp>
        <p:nvSpPr>
          <p:cNvPr id="6" name="Subtitle"/>
          <p:cNvSpPr txBox="1"/>
          <p:nvPr/>
        </p:nvSpPr>
        <p:spPr>
          <a:xfrm>
            <a:off x="640080" y="2926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Check any link: Safe, Suspicious or Malicious, with the reasons.</a:t>
            </a:r>
            <a:endParaRPr lang="en-US" sz="1800" dirty="0"/>
          </a:p>
        </p:txBody>
      </p:sp>
      <p:sp>
        <p:nvSpPr>
          <p:cNvPr id="7" name="Team"/>
          <p:cNvSpPr txBox="1"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Team: add names here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and solution</a:t>
            </a:r>
            <a:endParaRPr lang="en-US" sz="3400" dirty="0"/>
          </a:p>
        </p:txBody>
      </p:sp>
      <p:sp>
        <p:nvSpPr>
          <p:cNvPr id="4" name="Card Problem"/>
          <p:cNvSpPr/>
          <p:nvPr/>
        </p:nvSpPr>
        <p:spPr>
          <a:xfrm>
            <a:off x="548640" y="137160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Problem circle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Problem label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roblem head"/>
          <p:cNvSpPr txBox="1"/>
          <p:nvPr/>
        </p:nvSpPr>
        <p:spPr>
          <a:xfrm>
            <a:off x="150876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400" dirty="0"/>
          </a:p>
        </p:txBody>
      </p:sp>
      <p:sp>
        <p:nvSpPr>
          <p:cNvPr id="8" name="Problem text"/>
          <p:cNvSpPr txBox="1"/>
          <p:nvPr/>
        </p:nvSpPr>
        <p:spPr>
          <a:xfrm>
            <a:off x="822960" y="2423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Fake links steal passwords and money. One changed letter, like paypa1 for paypal, fools most people.</a:t>
            </a:r>
            <a:endParaRPr lang="en-US" sz="1600" dirty="0"/>
          </a:p>
        </p:txBody>
      </p:sp>
      <p:sp>
        <p:nvSpPr>
          <p:cNvPr id="9" name="Card Solution"/>
          <p:cNvSpPr/>
          <p:nvPr/>
        </p:nvSpPr>
        <p:spPr>
          <a:xfrm>
            <a:off x="4663440" y="137160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Solution circle"/>
          <p:cNvSpPr/>
          <p:nvPr/>
        </p:nvSpPr>
        <p:spPr>
          <a:xfrm>
            <a:off x="493776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olution label"/>
          <p:cNvSpPr txBox="1"/>
          <p:nvPr/>
        </p:nvSpPr>
        <p:spPr>
          <a:xfrm>
            <a:off x="49377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olution head"/>
          <p:cNvSpPr txBox="1"/>
          <p:nvPr/>
        </p:nvSpPr>
        <p:spPr>
          <a:xfrm>
            <a:off x="562356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400" dirty="0"/>
          </a:p>
        </p:txBody>
      </p:sp>
      <p:sp>
        <p:nvSpPr>
          <p:cNvPr id="13" name="Solution text"/>
          <p:cNvSpPr txBox="1"/>
          <p:nvPr/>
        </p:nvSpPr>
        <p:spPr>
          <a:xfrm>
            <a:off x="4937760" y="2423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Paste a URL. PhishGuardAI scores it with a machine learning model plus simple rules, then shows the verdict and the reasons.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4" name="Step card 1"/>
          <p:cNvSpPr/>
          <p:nvPr/>
        </p:nvSpPr>
        <p:spPr>
          <a:xfrm>
            <a:off x="548640" y="132588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5" name="Step 1 circ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 1 label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head 1"/>
          <p:cNvSpPr txBox="1"/>
          <p:nvPr/>
        </p:nvSpPr>
        <p:spPr>
          <a:xfrm>
            <a:off x="7315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Enter URL</a:t>
            </a:r>
            <a:endParaRPr lang="en-US" sz="1600" dirty="0"/>
          </a:p>
        </p:txBody>
      </p:sp>
      <p:sp>
        <p:nvSpPr>
          <p:cNvPr id="8" name="Step text 1"/>
          <p:cNvSpPr txBox="1"/>
          <p:nvPr/>
        </p:nvSpPr>
        <p:spPr>
          <a:xfrm>
            <a:off x="73152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 pastes a link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606040" y="132588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0" name="Step 2 circle"/>
          <p:cNvSpPr/>
          <p:nvPr/>
        </p:nvSpPr>
        <p:spPr>
          <a:xfrm>
            <a:off x="27889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2 label"/>
          <p:cNvSpPr txBox="1"/>
          <p:nvPr/>
        </p:nvSpPr>
        <p:spPr>
          <a:xfrm>
            <a:off x="2788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head 2"/>
          <p:cNvSpPr txBox="1"/>
          <p:nvPr/>
        </p:nvSpPr>
        <p:spPr>
          <a:xfrm>
            <a:off x="27889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ML model</a:t>
            </a:r>
            <a:endParaRPr lang="en-US" sz="1600" dirty="0"/>
          </a:p>
        </p:txBody>
      </p:sp>
      <p:sp>
        <p:nvSpPr>
          <p:cNvPr id="13" name="Step text 2"/>
          <p:cNvSpPr txBox="1"/>
          <p:nvPr/>
        </p:nvSpPr>
        <p:spPr>
          <a:xfrm>
            <a:off x="278892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TF-IDF and linear classifier give a phishing score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4663440" y="132588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5" name="Step 3 circle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3 label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head 3"/>
          <p:cNvSpPr txBox="1"/>
          <p:nvPr/>
        </p:nvSpPr>
        <p:spPr>
          <a:xfrm>
            <a:off x="48463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Risk rules</a:t>
            </a:r>
            <a:endParaRPr lang="en-US" sz="1600" dirty="0"/>
          </a:p>
        </p:txBody>
      </p:sp>
      <p:sp>
        <p:nvSpPr>
          <p:cNvPr id="18" name="Step text 3"/>
          <p:cNvSpPr txBox="1"/>
          <p:nvPr/>
        </p:nvSpPr>
        <p:spPr>
          <a:xfrm>
            <a:off x="484632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Look-alikes, IP hosts, no HTTPS and more adjust the score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6720840" y="132588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0" name="Step 4 circle"/>
          <p:cNvSpPr/>
          <p:nvPr/>
        </p:nvSpPr>
        <p:spPr>
          <a:xfrm>
            <a:off x="69037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 4 label"/>
          <p:cNvSpPr txBox="1"/>
          <p:nvPr/>
        </p:nvSpPr>
        <p:spPr>
          <a:xfrm>
            <a:off x="6903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tep head 4"/>
          <p:cNvSpPr txBox="1"/>
          <p:nvPr/>
        </p:nvSpPr>
        <p:spPr>
          <a:xfrm>
            <a:off x="69037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Verdict</a:t>
            </a:r>
            <a:endParaRPr lang="en-US" sz="1600" dirty="0"/>
          </a:p>
        </p:txBody>
      </p:sp>
      <p:sp>
        <p:nvSpPr>
          <p:cNvPr id="23" name="Step text 4"/>
          <p:cNvSpPr txBox="1"/>
          <p:nvPr/>
        </p:nvSpPr>
        <p:spPr>
          <a:xfrm>
            <a:off x="690372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Label plus the reasons</a:t>
            </a:r>
            <a:endParaRPr lang="en-US" sz="1400" dirty="0"/>
          </a:p>
        </p:txBody>
      </p:sp>
      <p:sp>
        <p:nvSpPr>
          <p:cNvPr id="24" name="Label Safe"/>
          <p:cNvSpPr/>
          <p:nvPr/>
        </p:nvSpPr>
        <p:spPr>
          <a:xfrm>
            <a:off x="548640" y="3703320"/>
            <a:ext cx="1325880" cy="36576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25" name="Label Safe text"/>
          <p:cNvSpPr txBox="1"/>
          <p:nvPr/>
        </p:nvSpPr>
        <p:spPr>
          <a:xfrm>
            <a:off x="548640" y="3703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26" name="Label Suspicious"/>
          <p:cNvSpPr/>
          <p:nvPr/>
        </p:nvSpPr>
        <p:spPr>
          <a:xfrm>
            <a:off x="2011680" y="3703320"/>
            <a:ext cx="132588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27" name="Label Suspicious text"/>
          <p:cNvSpPr txBox="1"/>
          <p:nvPr/>
        </p:nvSpPr>
        <p:spPr>
          <a:xfrm>
            <a:off x="2011680" y="3703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Suspicious</a:t>
            </a:r>
            <a:endParaRPr lang="en-US" sz="1400" dirty="0"/>
          </a:p>
        </p:txBody>
      </p:sp>
      <p:sp>
        <p:nvSpPr>
          <p:cNvPr id="28" name="Label Malicious"/>
          <p:cNvSpPr/>
          <p:nvPr/>
        </p:nvSpPr>
        <p:spPr>
          <a:xfrm>
            <a:off x="3474720" y="3703320"/>
            <a:ext cx="132588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29" name="Label Malicious text"/>
          <p:cNvSpPr txBox="1"/>
          <p:nvPr/>
        </p:nvSpPr>
        <p:spPr>
          <a:xfrm>
            <a:off x="3474720" y="3703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Malicious</a:t>
            </a:r>
            <a:endParaRPr lang="en-US" sz="1400" dirty="0"/>
          </a:p>
        </p:txBody>
      </p:sp>
      <p:sp>
        <p:nvSpPr>
          <p:cNvPr id="30" name="Data source"/>
          <p:cNvSpPr txBox="1"/>
          <p:nvPr/>
        </p:nvSpPr>
        <p:spPr>
          <a:xfrm>
            <a:off x="502920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Training data: add dataset name and size here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we detect</a:t>
            </a:r>
            <a:endParaRPr lang="en-US" sz="3400" dirty="0"/>
          </a:p>
        </p:txBody>
      </p:sp>
      <p:sp>
        <p:nvSpPr>
          <p:cNvPr id="4" name="Indicator card 1"/>
          <p:cNvSpPr/>
          <p:nvPr/>
        </p:nvSpPr>
        <p:spPr>
          <a:xfrm>
            <a:off x="548640" y="1325880"/>
            <a:ext cx="39319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5" name="Indicator chip 1"/>
          <p:cNvSpPr/>
          <p:nvPr/>
        </p:nvSpPr>
        <p:spPr>
          <a:xfrm>
            <a:off x="777240" y="1508760"/>
            <a:ext cx="17373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6" name="Indicator chip 1 text"/>
          <p:cNvSpPr txBox="1"/>
          <p:nvPr/>
        </p:nvSpPr>
        <p:spPr>
          <a:xfrm>
            <a:off x="7772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Strong signals</a:t>
            </a:r>
            <a:endParaRPr lang="en-US" sz="1400" dirty="0"/>
          </a:p>
        </p:txBody>
      </p:sp>
      <p:sp>
        <p:nvSpPr>
          <p:cNvPr id="7" name="Indicator list 1"/>
          <p:cNvSpPr txBox="1"/>
          <p:nvPr/>
        </p:nvSpPr>
        <p:spPr>
          <a:xfrm>
            <a:off x="777240" y="21031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IP address as the host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Brand look-alike (paypa1)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@ before the real domain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Disguised letters (xn--)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Too many subdomains</a:t>
            </a:r>
            <a:endParaRPr lang="en-US" sz="1400" dirty="0"/>
          </a:p>
        </p:txBody>
      </p:sp>
      <p:sp>
        <p:nvSpPr>
          <p:cNvPr id="8" name="Indicator card 2"/>
          <p:cNvSpPr/>
          <p:nvPr/>
        </p:nvSpPr>
        <p:spPr>
          <a:xfrm>
            <a:off x="4663440" y="1325880"/>
            <a:ext cx="39319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9" name="Indicator chip 2"/>
          <p:cNvSpPr/>
          <p:nvPr/>
        </p:nvSpPr>
        <p:spPr>
          <a:xfrm>
            <a:off x="4892040" y="1508760"/>
            <a:ext cx="173736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10" name="Indicator chip 2 text"/>
          <p:cNvSpPr txBox="1"/>
          <p:nvPr/>
        </p:nvSpPr>
        <p:spPr>
          <a:xfrm>
            <a:off x="48920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Weak signals</a:t>
            </a:r>
            <a:endParaRPr lang="en-US" sz="1400" dirty="0"/>
          </a:p>
        </p:txBody>
      </p:sp>
      <p:sp>
        <p:nvSpPr>
          <p:cNvPr id="11" name="Indicator list 2"/>
          <p:cNvSpPr txBox="1"/>
          <p:nvPr/>
        </p:nvSpPr>
        <p:spPr>
          <a:xfrm>
            <a:off x="4892040" y="21031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Very long URL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HTTPS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Words like login, verify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Cheap domain (.xyz, .top)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Many hyphens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Test results</a:t>
            </a:r>
            <a:endParaRPr lang="en-US" sz="3400" dirty="0"/>
          </a:p>
        </p:txBody>
      </p:sp>
      <p:sp>
        <p:nvSpPr>
          <p:cNvPr id="4" name="Stat card"/>
          <p:cNvSpPr/>
          <p:nvPr/>
        </p:nvSpPr>
        <p:spPr>
          <a:xfrm>
            <a:off x="548640" y="1325880"/>
            <a:ext cx="310896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5" name="Stat number"/>
          <p:cNvSpPr txBox="1"/>
          <p:nvPr/>
        </p:nvSpPr>
        <p:spPr>
          <a:xfrm>
            <a:off x="77724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6600" dirty="0"/>
          </a:p>
        </p:txBody>
      </p:sp>
      <p:sp>
        <p:nvSpPr>
          <p:cNvPr id="6" name="Stat label"/>
          <p:cNvSpPr txBox="1"/>
          <p:nvPr/>
        </p:nvSpPr>
        <p:spPr>
          <a:xfrm>
            <a:off x="77724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 of 22 test URLs labelled as expected</a:t>
            </a:r>
            <a:endParaRPr lang="en-US" sz="1400" dirty="0"/>
          </a:p>
        </p:txBody>
      </p:sp>
      <p:sp>
        <p:nvSpPr>
          <p:cNvPr id="7" name="Stat breakdown"/>
          <p:cNvSpPr txBox="1"/>
          <p:nvPr/>
        </p:nvSpPr>
        <p:spPr>
          <a:xfrm>
            <a:off x="777240" y="3291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Safe 10/10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Malicious 7/7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Suspicious 3/5</a:t>
            </a:r>
            <a:endParaRPr lang="en-US" sz="1400" dirty="0"/>
          </a:p>
        </p:txBody>
      </p:sp>
      <p:sp>
        <p:nvSpPr>
          <p:cNvPr id="8" name="Example card 1"/>
          <p:cNvSpPr/>
          <p:nvPr/>
        </p:nvSpPr>
        <p:spPr>
          <a:xfrm>
            <a:off x="3840480" y="1325880"/>
            <a:ext cx="4754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Example chip 1"/>
          <p:cNvSpPr/>
          <p:nvPr/>
        </p:nvSpPr>
        <p:spPr>
          <a:xfrm>
            <a:off x="4023360" y="1600200"/>
            <a:ext cx="1143000" cy="36576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10" name="Example chip 1 text"/>
          <p:cNvSpPr txBox="1"/>
          <p:nvPr/>
        </p:nvSpPr>
        <p:spPr>
          <a:xfrm>
            <a:off x="4023360" y="1600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11" name="Example url 1"/>
          <p:cNvSpPr txBox="1"/>
          <p:nvPr/>
        </p:nvSpPr>
        <p:spPr>
          <a:xfrm>
            <a:off x="5349240" y="1463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github.com/login</a:t>
            </a:r>
            <a:endParaRPr lang="en-US" sz="1400" dirty="0"/>
          </a:p>
        </p:txBody>
      </p:sp>
      <p:sp>
        <p:nvSpPr>
          <p:cNvPr id="12" name="Example reason 1"/>
          <p:cNvSpPr txBox="1"/>
          <p:nvPr/>
        </p:nvSpPr>
        <p:spPr>
          <a:xfrm>
            <a:off x="5349240" y="1828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Trusted domain</a:t>
            </a:r>
            <a:endParaRPr lang="en-US" sz="1200" dirty="0"/>
          </a:p>
        </p:txBody>
      </p:sp>
      <p:sp>
        <p:nvSpPr>
          <p:cNvPr id="13" name="Example card 2"/>
          <p:cNvSpPr/>
          <p:nvPr/>
        </p:nvSpPr>
        <p:spPr>
          <a:xfrm>
            <a:off x="3840480" y="2377440"/>
            <a:ext cx="4754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Example chip 2"/>
          <p:cNvSpPr/>
          <p:nvPr/>
        </p:nvSpPr>
        <p:spPr>
          <a:xfrm>
            <a:off x="4023360" y="2651760"/>
            <a:ext cx="114300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15" name="Example chip 2 text"/>
          <p:cNvSpPr txBox="1"/>
          <p:nvPr/>
        </p:nvSpPr>
        <p:spPr>
          <a:xfrm>
            <a:off x="4023360" y="26517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Suspicious</a:t>
            </a:r>
            <a:endParaRPr lang="en-US" sz="1400" dirty="0"/>
          </a:p>
        </p:txBody>
      </p:sp>
      <p:sp>
        <p:nvSpPr>
          <p:cNvPr id="16" name="Example url 2"/>
          <p:cNvSpPr txBox="1"/>
          <p:nvPr/>
        </p:nvSpPr>
        <p:spPr>
          <a:xfrm>
            <a:off x="534924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free-gift-cards.top/claim</a:t>
            </a:r>
            <a:endParaRPr lang="en-US" sz="1400" dirty="0"/>
          </a:p>
        </p:txBody>
      </p:sp>
      <p:sp>
        <p:nvSpPr>
          <p:cNvPr id="17" name="Example reason 2"/>
          <p:cNvSpPr txBox="1"/>
          <p:nvPr/>
        </p:nvSpPr>
        <p:spPr>
          <a:xfrm>
            <a:off x="5349240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No HTTPS, cheap domain</a:t>
            </a:r>
            <a:endParaRPr lang="en-US" sz="1200" dirty="0"/>
          </a:p>
        </p:txBody>
      </p:sp>
      <p:sp>
        <p:nvSpPr>
          <p:cNvPr id="18" name="Example card 3"/>
          <p:cNvSpPr/>
          <p:nvPr/>
        </p:nvSpPr>
        <p:spPr>
          <a:xfrm>
            <a:off x="3840480" y="3429000"/>
            <a:ext cx="4754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9" name="Example chip 3"/>
          <p:cNvSpPr/>
          <p:nvPr/>
        </p:nvSpPr>
        <p:spPr>
          <a:xfrm>
            <a:off x="4023360" y="3703320"/>
            <a:ext cx="114300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20" name="Example chip 3 text"/>
          <p:cNvSpPr txBox="1"/>
          <p:nvPr/>
        </p:nvSpPr>
        <p:spPr>
          <a:xfrm>
            <a:off x="402336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Malicious</a:t>
            </a:r>
            <a:endParaRPr lang="en-US" sz="1400" dirty="0"/>
          </a:p>
        </p:txBody>
      </p:sp>
      <p:sp>
        <p:nvSpPr>
          <p:cNvPr id="21" name="Example url 3"/>
          <p:cNvSpPr txBox="1"/>
          <p:nvPr/>
        </p:nvSpPr>
        <p:spPr>
          <a:xfrm>
            <a:off x="5349240" y="3566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paypa1-secure-login.com/verify</a:t>
            </a:r>
            <a:endParaRPr lang="en-US" sz="1400" dirty="0"/>
          </a:p>
        </p:txBody>
      </p:sp>
      <p:sp>
        <p:nvSpPr>
          <p:cNvPr id="22" name="Example reason 3"/>
          <p:cNvSpPr txBox="1"/>
          <p:nvPr/>
        </p:nvSpPr>
        <p:spPr>
          <a:xfrm>
            <a:off x="5349240" y="3931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Look-alike, keywords, no HTTPS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Tech stack and next steps</a:t>
            </a:r>
            <a:endParaRPr lang="en-US" sz="3400" dirty="0"/>
          </a:p>
        </p:txBody>
      </p:sp>
      <p:sp>
        <p:nvSpPr>
          <p:cNvPr id="4" name="Stack card"/>
          <p:cNvSpPr/>
          <p:nvPr/>
        </p:nvSpPr>
        <p:spPr>
          <a:xfrm>
            <a:off x="548640" y="1325880"/>
            <a:ext cx="39319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5" name="Stack head"/>
          <p:cNvSpPr txBox="1"/>
          <p:nvPr/>
        </p:nvSpPr>
        <p:spPr>
          <a:xfrm>
            <a:off x="7772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1600" dirty="0"/>
          </a:p>
        </p:txBody>
      </p:sp>
      <p:sp>
        <p:nvSpPr>
          <p:cNvPr id="6" name="Stack list"/>
          <p:cNvSpPr txBox="1"/>
          <p:nvPr/>
        </p:nvSpPr>
        <p:spPr>
          <a:xfrm>
            <a:off x="777240" y="19659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ONNX Runtime and NumPy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Express </a:t>
            </a:r>
            <a:r>
              <a:rPr lang="en-US" sz="1400" dirty="0">
                <a:solidFill>
                  <a:schemeClr val="tx1"/>
                </a:solidFill>
              </a:rPr>
              <a:t> (planned)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 page (planned)</a:t>
            </a:r>
            <a:endParaRPr lang="en-US" sz="1400" dirty="0"/>
          </a:p>
        </p:txBody>
      </p:sp>
      <p:sp>
        <p:nvSpPr>
          <p:cNvPr id="7" name="Plan card"/>
          <p:cNvSpPr/>
          <p:nvPr/>
        </p:nvSpPr>
        <p:spPr>
          <a:xfrm>
            <a:off x="4663440" y="1325880"/>
            <a:ext cx="39319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8" name="Plan head"/>
          <p:cNvSpPr txBox="1"/>
          <p:nvPr/>
        </p:nvSpPr>
        <p:spPr>
          <a:xfrm>
            <a:off x="48920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9" name="Plan chip 1"/>
          <p:cNvSpPr/>
          <p:nvPr/>
        </p:nvSpPr>
        <p:spPr>
          <a:xfrm>
            <a:off x="4892040" y="2057400"/>
            <a:ext cx="685800" cy="36576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10" name="Plan chip 1 text"/>
          <p:cNvSpPr txBox="1"/>
          <p:nvPr/>
        </p:nvSpPr>
        <p:spPr>
          <a:xfrm>
            <a:off x="4892040" y="20574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11" name="Plan text 1"/>
          <p:cNvSpPr txBox="1"/>
          <p:nvPr/>
        </p:nvSpPr>
        <p:spPr>
          <a:xfrm>
            <a:off x="57150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Model, rules, tests</a:t>
            </a:r>
            <a:endParaRPr lang="en-US" sz="1400" dirty="0"/>
          </a:p>
        </p:txBody>
      </p:sp>
      <p:sp>
        <p:nvSpPr>
          <p:cNvPr id="12" name="Plan chip 2"/>
          <p:cNvSpPr/>
          <p:nvPr/>
        </p:nvSpPr>
        <p:spPr>
          <a:xfrm>
            <a:off x="4892040" y="2697480"/>
            <a:ext cx="68580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13" name="Plan chip 2 text"/>
          <p:cNvSpPr txBox="1"/>
          <p:nvPr/>
        </p:nvSpPr>
        <p:spPr>
          <a:xfrm>
            <a:off x="4892040" y="26974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Next</a:t>
            </a:r>
            <a:endParaRPr lang="en-US" sz="1200" dirty="0"/>
          </a:p>
        </p:txBody>
      </p:sp>
      <p:sp>
        <p:nvSpPr>
          <p:cNvPr id="14" name="Plan text 2"/>
          <p:cNvSpPr txBox="1"/>
          <p:nvPr/>
        </p:nvSpPr>
        <p:spPr>
          <a:xfrm>
            <a:off x="57150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and web page</a:t>
            </a:r>
            <a:endParaRPr lang="en-US" sz="1400" dirty="0"/>
          </a:p>
        </p:txBody>
      </p:sp>
      <p:sp>
        <p:nvSpPr>
          <p:cNvPr id="15" name="Plan chip 3"/>
          <p:cNvSpPr/>
          <p:nvPr/>
        </p:nvSpPr>
        <p:spPr>
          <a:xfrm>
            <a:off x="4892040" y="3337560"/>
            <a:ext cx="68580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16" name="Plan chip 3 text"/>
          <p:cNvSpPr txBox="1"/>
          <p:nvPr/>
        </p:nvSpPr>
        <p:spPr>
          <a:xfrm>
            <a:off x="4892040" y="3337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Next</a:t>
            </a:r>
            <a:endParaRPr lang="en-US" sz="1200" dirty="0"/>
          </a:p>
        </p:txBody>
      </p:sp>
      <p:sp>
        <p:nvSpPr>
          <p:cNvPr id="17" name="Plan text 3"/>
          <p:cNvSpPr txBox="1"/>
          <p:nvPr/>
        </p:nvSpPr>
        <p:spPr>
          <a:xfrm>
            <a:off x="57150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on a larger dataset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GuardAI">
  <a:themeElements>
    <a:clrScheme name="PhishGuardAI">
      <a:dk1>
        <a:srgbClr val="0B1D2A"/>
      </a:dk1>
      <a:lt1>
        <a:srgbClr val="FFFFFF"/>
      </a:lt1>
      <a:dk2>
        <a:srgbClr val="163447"/>
      </a:dk2>
      <a:lt2>
        <a:srgbClr val="EDF3F6"/>
      </a:lt2>
      <a:accent1>
        <a:srgbClr val="14B8A6"/>
      </a:accent1>
      <a:accent2>
        <a:srgbClr val="D93F45"/>
      </a:accent2>
      <a:accent3>
        <a:srgbClr val="E8A317"/>
      </a:accent3>
      <a:accent4>
        <a:srgbClr val="2E9E6E"/>
      </a:accent4>
      <a:accent5>
        <a:srgbClr val="5B7C8D"/>
      </a:accent5>
      <a:accent6>
        <a:srgbClr val="1F5F7A"/>
      </a:accent6>
      <a:hlink>
        <a:srgbClr val="14B8A6"/>
      </a:hlink>
      <a:folHlink>
        <a:srgbClr val="5B7C8D"/>
      </a:folHlink>
    </a:clrScheme>
    <a:fontScheme name="PhishGuard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462</Words>
  <Application>Microsoft Office PowerPoint</Application>
  <PresentationFormat>On-screen Show (16:9)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PhishGuardAI</vt:lpstr>
      <vt:lpstr>PowerPoint Presentation</vt:lpstr>
      <vt:lpstr>Problem and solution</vt:lpstr>
      <vt:lpstr>How it works</vt:lpstr>
      <vt:lpstr>What we detect</vt:lpstr>
      <vt:lpstr>Test results</vt:lpstr>
      <vt:lpstr>Tech stack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PhishGuardAI</dc:title>
  <dc:subject>PptxGenJS Presentation</dc:subject>
  <dc:creator>PptxGenJS</dc:creator>
  <cp:lastModifiedBy>Raju Sharma</cp:lastModifiedBy>
  <cp:revision>2</cp:revision>
  <dcterms:created xsi:type="dcterms:W3CDTF">2026-10-14T07:03:54Z</dcterms:created>
  <dcterms:modified xsi:type="dcterms:W3CDTF">2026-10-14T07:05:41Z</dcterms:modified>
</cp:coreProperties>
</file>